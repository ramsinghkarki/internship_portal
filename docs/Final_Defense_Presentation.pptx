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sentence: a web based system that brings students, companies, supervisors and an administrator onto one platform for the whole internship life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before the solution: the information exists, but it is scattered and nothing is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problems, each one answered by a feature you will demonstrate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maps to something the examiner can see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arrows left to right. This is the slide to return to if you are asked how a request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implemented and can be shown live. Nothing here is planned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Bootstrap, its icons and every asset are served from the static folder, so the demo needs no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three boxes: presentation, application, data. Then trace one request through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to name the tables: roles, users, colleges, students, companies, supervisors, internships, applications, progress_logs, notifications, audit_logs.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why it is split: a change to one role cannot break another role's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screenshots of the system with demonstration data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two browser windows open so you are logged in as two roles at once and avoid repeated logging in and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open any of these three files and point at the same lines in the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tests use a separate database called internship_db_test, so running them never touches the demonstration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numbers come live from the database, not from hard coded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Examiners like a specific bug and a specific fix. The date default one is a good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these before the examiner finds them. Knowing your own limits reads as engineering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none of these are in the current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what was learned, not only on what was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If you do not know an answer, say what you do know and offer to show it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B3A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B3A6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874520" cy="1691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606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PORTAL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33649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Internship Management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3950208"/>
            <a:ext cx="3200400" cy="384048"/>
          </a:xfrm>
          <a:prstGeom prst="roundRect">
            <a:avLst>
              <a:gd name="adj" fmla="val 47619"/>
            </a:avLst>
          </a:prstGeom>
          <a:solidFill>
            <a:srgbClr val="D8A3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950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DEFENSE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468880" y="4617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Engineering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4946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68880" y="49469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Roll No. [Your Roll Number]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7240" y="5276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68880" y="5276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Name]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7240" y="5605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68880" y="56052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" y="5934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68880" y="59344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[Academic Year]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are a required part of every technical degree, but the process around them is still handled by hand.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402336" cy="402336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489" y="2565441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4871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 circulate on notice boards, messaging groups and email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3182112"/>
            <a:ext cx="402336" cy="402336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9" y="3278673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200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results are communicated informally, with no record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66928" y="3895344"/>
            <a:ext cx="402336" cy="402336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9" y="399190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913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a student does each week is rarely documented at all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949440" y="1371600"/>
            <a:ext cx="4663440" cy="4023360"/>
          </a:xfrm>
          <a:prstGeom prst="roundRect">
            <a:avLst>
              <a:gd name="adj" fmla="val 2045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6948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 portal instead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315200" y="2231136"/>
            <a:ext cx="118872" cy="118872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89520" y="2130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opening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15200" y="2798064"/>
            <a:ext cx="118872" cy="118872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58952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tracked with a status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315200" y="3364992"/>
            <a:ext cx="118872" cy="118872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589520" y="3264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recorded and evaluated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0" y="3931920"/>
            <a:ext cx="118872" cy="118872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589520" y="38313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oversight of all accounts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269480" y="452628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269480" y="45262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  ·  One workflow  ·  One database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1856598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860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334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 are spread across notice boards, chats and email with no single source.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48132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75564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10" y="185659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2860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find opportunities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26334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search or filter openings by the skills they actually have.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48132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95360" y="175564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310" y="185659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2860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inefficient handling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95360" y="26334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collect applications informally and lose track of who applied.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694176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3968496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10" y="4069446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4988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progress record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4846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 during the internship is not documented or evaluated anywhere.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3694176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3968496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110" y="4069446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44988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institutional control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09160" y="4846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verifies who joins the platform or keeps a record of what was done.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4708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81051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centralized, web based internship portal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184708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87768" y="181051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 based access for students, companies, supervisors and an administrator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21868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318211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all information in a relational database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29260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11112" y="321868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218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87768" y="318211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search and apply for internships online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59028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590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81328" y="455371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weekly progress with supervisor feedback and marks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4297680"/>
            <a:ext cx="5486400" cy="1115568"/>
          </a:xfrm>
          <a:prstGeom prst="roundRect">
            <a:avLst>
              <a:gd name="adj" fmla="val 737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11112" y="459028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4590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87768" y="455371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 use of Flask and database technologies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210312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333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2761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656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company,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or admin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274320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26864" y="210312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565" y="222382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75888" y="2761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675888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 built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Bootstrap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74320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65392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E8F0FE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626096" y="210312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797" y="222382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75120" y="2761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Routes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67512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role,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logic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743200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564624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0625328" y="210312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6029" y="2223821"/>
            <a:ext cx="261518" cy="26151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674352" y="2761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9674352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related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2651760" y="40416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8595360" y="40416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66928" y="466344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868680" y="482803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touches the database.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goes to a Flask route, which checks the session role, works with the data through SQLAlchemy model objects, and returns a rendered HTML page. Business logic stays on the server.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DEMONSTRATED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8308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22" y="188403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664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based accounts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89888" y="19568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company, supervisor and administrator, each with its own pages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355080" y="1481328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11112" y="178308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062" y="188403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6328" y="1664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verification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96328" y="19568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stay pending until the admin approves or rejects them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2688336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299008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22" y="309103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871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posting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89888" y="31638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post, edit and close openings with skills, duration and stipend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355080" y="2688336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11112" y="299008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062" y="309103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96328" y="2871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and apply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96328" y="31638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search by keyword or skill and apply with a cover letter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3895344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4197096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622" y="4298046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4078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log book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89888" y="4370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students record work; supervisors add feedback and marks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355080" y="3895344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611112" y="4197096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2062" y="4298046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96328" y="4078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96328" y="4370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with unread count for applications, decisions, logs and feedback</a:t>
            </a:r>
            <a:endParaRPr lang="en-US" sz="1080" dirty="0"/>
          </a:p>
        </p:txBody>
      </p:sp>
      <p:sp>
        <p:nvSpPr>
          <p:cNvPr id="34" name="Shape 26"/>
          <p:cNvSpPr/>
          <p:nvPr/>
        </p:nvSpPr>
        <p:spPr>
          <a:xfrm>
            <a:off x="548640" y="5102352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04672" y="5404104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2" y="5505054"/>
            <a:ext cx="218724" cy="21872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89888" y="5285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389888" y="5577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action recorded with user and time, including failed logins</a:t>
            </a:r>
            <a:endParaRPr lang="en-US" sz="1080" dirty="0"/>
          </a:p>
        </p:txBody>
      </p:sp>
      <p:sp>
        <p:nvSpPr>
          <p:cNvPr id="39" name="Shape 30"/>
          <p:cNvSpPr/>
          <p:nvPr/>
        </p:nvSpPr>
        <p:spPr>
          <a:xfrm>
            <a:off x="6355080" y="5102352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611112" y="5404104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062" y="5505054"/>
            <a:ext cx="218724" cy="21872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96328" y="5285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Exports and management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7196328" y="5577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export, searchable user list, college and user administration</a:t>
            </a:r>
            <a:endParaRPr lang="en-US" sz="1080" dirty="0"/>
          </a:p>
        </p:txBody>
      </p:sp>
      <p:sp>
        <p:nvSpPr>
          <p:cNvPr id="44" name="Text 3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E8F0FE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4592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22" y="174687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8653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  Bootstrap 5  ·  Bootstrap Icons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EEF3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542032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2" y="264298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2761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— one base layout inherited by every page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E8F0FE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438144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22" y="3539094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57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Flask  ·  Werkzeug password hashing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9664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EEF3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334256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22" y="4435206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17320" y="45537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 ·  PyMySQL driver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65776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E8F0FE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523036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622" y="533131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157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44982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eleven related tables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732520" y="1481328"/>
            <a:ext cx="2834640" cy="4443984"/>
          </a:xfrm>
          <a:prstGeom prst="roundRect">
            <a:avLst>
              <a:gd name="adj" fmla="val 2903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900684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4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3134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00032" y="2267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2880360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00032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1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3447288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00032" y="3401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36 tests</a:t>
            </a:r>
            <a:endParaRPr lang="en-US" sz="115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4014216"/>
            <a:ext cx="219456" cy="21945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400032" y="39684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client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9006840" y="5029200"/>
            <a:ext cx="2286000" cy="621792"/>
          </a:xfrm>
          <a:prstGeom prst="roundRect">
            <a:avLst>
              <a:gd name="adj" fmla="val 14706"/>
            </a:avLst>
          </a:prstGeom>
          <a:solidFill>
            <a:srgbClr val="D8A3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9006840" y="50292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pic>
        <p:nvPicPr>
          <p:cNvPr id="4" name="Image 0" descr="img/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371600"/>
            <a:ext cx="5724144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371600"/>
            <a:ext cx="3154680" cy="4617720"/>
          </a:xfrm>
          <a:prstGeom prst="roundRect">
            <a:avLst>
              <a:gd name="adj" fmla="val 2609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16276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0" y="2121408"/>
            <a:ext cx="292608" cy="292608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98280" y="20665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submits a form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0" y="2871216"/>
            <a:ext cx="292608" cy="292608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98280" y="281635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matches the URL to a function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0" y="3621024"/>
            <a:ext cx="292608" cy="292608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098280" y="356616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checks the session role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0" y="4370832"/>
            <a:ext cx="292608" cy="292608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098280" y="431596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reads or writes the data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0" y="5120640"/>
            <a:ext cx="292608" cy="292608"/>
          </a:xfrm>
          <a:prstGeom prst="ellipse">
            <a:avLst/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098280" y="50657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Jinja template renders the page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RELATED TABLES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pic>
        <p:nvPicPr>
          <p:cNvPr id="4" name="Image 0" descr="img/er_diagram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371600"/>
            <a:ext cx="705916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371600"/>
            <a:ext cx="3017520" cy="4572000"/>
          </a:xfrm>
          <a:prstGeom prst="roundRect">
            <a:avLst>
              <a:gd name="adj" fmla="val 272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96528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796528" y="20299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796528" y="2267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login table; students, companies and supervisors extend it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796528" y="28163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796528" y="30540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primary key; foreign keys join the tables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796528" y="3602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796528" y="3840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company removes its internships and applications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96528" y="4389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796528" y="46268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cannot apply twice to the same internship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796528" y="5175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796528" y="54132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repeated data; role details kept in their own tables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ONE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Application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4526280"/>
          </a:xfrm>
          <a:prstGeom prst="roundRect">
            <a:avLst>
              <a:gd name="adj" fmla="val 1818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Internship_Portal/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URL table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models.py         database tables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database.sql      schema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seed_demo.py      sample data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auth.py       register, login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main.py       landing, dashboard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student.py    apply, logs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company.py    post, applicants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supervisor.py feedback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admin.py      users, verify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        21 HTML pages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static/           CSS, icons, logo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            36 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0" y="1417320"/>
            <a:ext cx="5733288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1728216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142" y="1829166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93408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93408" y="18928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 URL to one function using add_url_rule — the table of contents of the site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52160" y="2578608"/>
            <a:ext cx="5733288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8192" y="2889504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142" y="2990454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93408" y="2761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693408" y="30540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part of the site; each function checks the role, works with the data, renders a page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0" y="3739896"/>
            <a:ext cx="5733288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08192" y="4050792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142" y="4151742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93408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693408" y="421538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is a Python class with its relationships and cascade rules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0" y="4901184"/>
            <a:ext cx="5733288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08192" y="521208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142" y="5313030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9340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693408" y="53766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 pages that all extend base.html, so the layout is written once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FROM THE RUNNING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5" name="Image 0" descr="img/fig01_landing_page_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81912"/>
            <a:ext cx="5202936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310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45936" y="1463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8" name="Image 1" descr="img/fig08_student_internship_list_t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581912"/>
            <a:ext cx="5202936" cy="1691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3310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list and search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66928" y="3858768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11" name="Image 2" descr="img/fig16_company_applicants_t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5202936" cy="1691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5705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with cover letter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345936" y="3858768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14" name="Image 3" descr="img/fig20_supervisor_log_review_t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977640"/>
            <a:ext cx="5202936" cy="1691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2240" y="5705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log review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 WILL FOLLOW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Demonstration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2F6F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824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89888" y="16824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portal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9933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shows live counts, partner companies and colleges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682496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824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96328" y="16824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a student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6328" y="19933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is selected and one PDF with NID, resume and documents is uploaded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16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89888" y="2816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approves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31272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sits in the verification queue until approved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8163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816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196328" y="2816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posts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96328" y="31272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internship with skills, duration, stipend and vacancies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50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89888" y="3950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applies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42611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skill, then apply with a cover letter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95020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950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196328" y="3950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selects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96328" y="42611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is notified of the decision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84064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084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389888" y="5084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log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89888" y="5394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student records the work done that week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5084064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084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196328" y="5084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 evaluates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96328" y="5394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marks, visible to the student immediately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PARTS FIT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63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8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app.py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app.add_url_rule('/apply/&lt;int:internship_id&gt;',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view_func=student.apply,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methods=['POST'])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638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8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models.py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Application(db.Model):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student_id    = db.Column(..., ForeignKey)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internship_id = db.Column(..., ForeignKey)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       = db.Column(db.String(20))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122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64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8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Jinja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 in internships %}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&lt;h5&gt;{{ i.title }}&lt;/h5&gt;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1746504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478" y="1847454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95744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routing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095744" y="19110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maps every URL to one function; &lt;int:id&gt; passes the record id as an argument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63640" y="2624328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0528" y="2953512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478" y="3054462"/>
            <a:ext cx="218724" cy="2187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95744" y="28254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ORM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095744" y="311810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= session.add, Read = Model.query, Update = change attribute, Delete = session.delete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63640" y="3831336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10528" y="416052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478" y="4261470"/>
            <a:ext cx="218724" cy="2187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95744" y="40325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Jinja rendering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095744" y="432511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loop over objects returned by the route; all pages extend one base layout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63640" y="5038344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510528" y="536752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478" y="5468478"/>
            <a:ext cx="218724" cy="2187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95744" y="5239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095744" y="553212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salted hashes; every value bound as a parameter, never pasted into SQL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AUTOMATED TESTS, ALL PASSING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18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71800"/>
                <a:gridCol w="123444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registration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created in users and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refused with a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refused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 company posts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until the admin approves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twice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application refused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stored and shown to the 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internships and applications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opens admin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Redirected away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is not a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refused, one PDF asked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463040"/>
            <a:ext cx="2944368" cy="4224528"/>
          </a:xfrm>
          <a:prstGeom prst="roundRect">
            <a:avLst>
              <a:gd name="adj" fmla="val 279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8A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91540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3108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front of the examiner: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15400" y="3401568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0C1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06840" y="34015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-v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2" y="42062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544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of each route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459028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35440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across all roles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497433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35440" y="4928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test database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5358384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35440" y="5312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by classmates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COMPLETED SYSTEM ACHIEVES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361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444752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5361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55848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444752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5361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63056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444752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5361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970264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50" dirty="0"/>
          </a:p>
        </p:txBody>
      </p:sp>
      <p:pic>
        <p:nvPicPr>
          <p:cNvPr id="16" name="Image 0" descr="img/fig21_admin_dashboar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6675120" cy="27889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543800" y="2907792"/>
            <a:ext cx="4041648" cy="2788920"/>
          </a:xfrm>
          <a:prstGeom prst="roundRect">
            <a:avLst>
              <a:gd name="adj" fmla="val 2951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</a:t>
            </a:r>
            <a:endParaRPr lang="en-US" sz="14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3575304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156448" y="35112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from posting to evaluation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4105656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56448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database backed information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636008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56448" y="4572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based access verified by tests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516636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56448" y="51023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usable without training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DIFFICULT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Solutions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36808" cy="1042416"/>
          </a:xfrm>
          <a:prstGeom prst="roundRect">
            <a:avLst>
              <a:gd name="adj" fmla="val 7895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1856598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910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Flask to MySQL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993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such as unknown database and unknown column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92040" y="1645920"/>
            <a:ext cx="10973" cy="640080"/>
          </a:xfrm>
          <a:prstGeom prst="rect">
            <a:avLst/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470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64592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schema in database.sql as the single source, and re-ran it whenever the models changed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615184"/>
            <a:ext cx="11036808" cy="1042416"/>
          </a:xfrm>
          <a:prstGeom prst="roundRect">
            <a:avLst>
              <a:gd name="adj" fmla="val 7895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292608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0" y="3027030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7614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relationships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417320" y="31638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should be deleted with a parent record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892040" y="2816352"/>
            <a:ext cx="10973" cy="640080"/>
          </a:xfrm>
          <a:prstGeom prst="rect">
            <a:avLst/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175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81635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where the data has no meaning alone; SET NULL where records must survive, as with logs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785616"/>
            <a:ext cx="11036808" cy="1042416"/>
          </a:xfrm>
          <a:prstGeom prst="roundRect">
            <a:avLst>
              <a:gd name="adj" fmla="val 7895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2960" y="4096512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10" y="4197462"/>
            <a:ext cx="218724" cy="2187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931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roles separate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417320" y="43342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could reach pages belonging to other roles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892040" y="3986784"/>
            <a:ext cx="10973" cy="640080"/>
          </a:xfrm>
          <a:prstGeom prst="rect">
            <a:avLst/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187952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398678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checks the session role and record ownership; tests now prove it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4956048"/>
            <a:ext cx="11036808" cy="1042416"/>
          </a:xfrm>
          <a:prstGeom prst="roundRect">
            <a:avLst>
              <a:gd name="adj" fmla="val 7895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22960" y="5266944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10" y="5367894"/>
            <a:ext cx="218724" cy="2187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51023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 missing after ORM move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417320" y="5504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were saved as empty and pages crashed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4892040" y="5157216"/>
            <a:ext cx="10973" cy="640080"/>
          </a:xfrm>
          <a:prstGeom prst="rect">
            <a:avLst/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5358384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486400" y="515721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defaults to the model columns as well as the SQL, then re-tested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OF THIS 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1948038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7739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email or SMS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08176" y="20665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are delivered inside the application only, because no mail server was available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184708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350" y="194803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4616" y="17739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combined file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14616" y="20665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NID, resume and certificates arrive as a single PDF; the system cannot index them separately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31012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0" y="341107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08176" y="32369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CSRF protection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08176" y="35295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carry no anti forgery token; Flask-WTF would provide this before public use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55080" y="301752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331012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350" y="341107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4616" y="32369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search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14616" y="35295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skill only; no filtering by duration, stipend or location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48056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10" y="487411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08176" y="470001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server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08176" y="499262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Flask development server; production needs a proper server and HTTPS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55080" y="448056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629400" y="4773168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350" y="487411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14616" y="470001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institution scale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214616" y="499262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tested for college scale use, not for thousands of concurrent users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— PLANNED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281160" y="56692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D8A3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5669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1975470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404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delivery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7523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notifications the system already generates by email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52544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6864" y="187452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14" y="1975470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26864" y="2404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scheduling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26864" y="27523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propose slots and students confirm them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56448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30768" y="187452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718" y="1975470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2404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document fields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30768" y="27523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parsed resume field and file attachments on the weekly logs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7490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402336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10" y="4124310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certificate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22960" y="49011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 at the end of an internship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52544" y="37490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26864" y="402336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814" y="4124310"/>
            <a:ext cx="218724" cy="2187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26864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filtering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626864" y="49011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duration, stipend and location as well as skill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56448" y="37490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30768" y="4023360"/>
            <a:ext cx="420624" cy="420624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718" y="4124310"/>
            <a:ext cx="218724" cy="2187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30768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hardening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430768" y="49011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tokens, HTTPS and a production server before deployment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858000" cy="4206240"/>
          </a:xfrm>
          <a:prstGeom prst="roundRect">
            <a:avLst>
              <a:gd name="adj" fmla="val 1957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Portal brings students, companies, supervisors and an administrator onto one platform, and records the whole internship life cycle in a single relational database.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825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75234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workflow is implemented and tested, from account verification through to supervisor evaluation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5387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346557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normalized tables, accessed through an object relational mapper, with the schema kept under version control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25196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41788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based access and record ownership are enforced in every route and proven by automated tests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96519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8920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practical use of Flask, Jinja templates, Bootstrap and MySQL together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7680960" y="1463040"/>
            <a:ext cx="3904488" cy="4206240"/>
          </a:xfrm>
          <a:prstGeom prst="roundRect">
            <a:avLst>
              <a:gd name="adj" fmla="val 2108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955280" y="1737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A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value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955280" y="21945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 system required working through database design and normalization, request handling and routing, template inheritance, access control, and automated testing — the same concerns as a real web application, at a scale that could be fully understood and defended.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955280" y="4343400"/>
            <a:ext cx="1097280" cy="18288"/>
          </a:xfrm>
          <a:prstGeom prst="rect">
            <a:avLst/>
          </a:prstGeom>
          <a:solidFill>
            <a:srgbClr val="2E4C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955280" y="4526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also leaves clear room for the enhancements listed as future work.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 ·  Final Project Defense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1B3A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3840480" cy="3840480"/>
          </a:xfrm>
          <a:prstGeom prst="ellipse">
            <a:avLst/>
          </a:prstGeom>
          <a:solidFill>
            <a:srgbClr val="1B3A6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005840"/>
            <a:ext cx="1691640" cy="1527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889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4709160" y="39319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8A3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Roll No. [Your Roll Number]  ·  [Your College Name]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52578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8D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github.com/RamSinghKarki/Internship_Portal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Portal — Final Project Defense</dc:title>
  <dc:subject>PptxGenJS Presentation</dc:subject>
  <dc:creator>Internship Portal</dc:creator>
  <cp:lastModifiedBy>Internship Portal</cp:lastModifiedBy>
  <cp:revision>1</cp:revision>
  <dcterms:created xsi:type="dcterms:W3CDTF">2026-08-01T11:34:31Z</dcterms:created>
  <dcterms:modified xsi:type="dcterms:W3CDTF">2026-08-01T11:34:31Z</dcterms:modified>
</cp:coreProperties>
</file>