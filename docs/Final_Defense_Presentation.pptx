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project in one sentence: a web based system that brings students, companies, supervisors and an administrator onto one platform for the whole internship life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problem before the solution: the information exists, but it is scattered and nothing is recorded.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problems, each one answered by a feature you will demonstrate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objective maps to something the examiner can see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arrows left to right. This is the slide to return to if you are asked how a request 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is implemented and can be shown live. Nothing here is planned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Bootstrap, its icons and every asset are served from the static folder, so the demo needs no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three boxes: presentation, application, data. Then trace one request through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to name the tables: roles, users, colleges, students, companies, supervisors, internships, applications, progress_logs, notifications, audit_logs.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why it is split: a change to one role cannot break another role's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 screenshots of the system with demonstration data loaded.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two browser windows open so you are logged in as two roles at once and avoid repeated logging in and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ready to open any of these three files and point at the same lines in the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tests use a separate database called internship_db_test, so running them never touches the demonstration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numbers come live from the database, not from hard coded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Examiners like a specific bug and a specific fix. The date default one is a good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these before the examiner finds them. Knowing your own limits reads as engineering maturity.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clearly that none of these are in the current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what was learned, not only on what was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questions. If you do not know an answer, say what you do know and offer to show it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85800"/>
            <a:ext cx="1874520" cy="1691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6060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INTERNSHIP PORTAL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77240" y="336499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Web-Based Internship Management System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" y="3950208"/>
            <a:ext cx="3200400" cy="384048"/>
          </a:xfrm>
          <a:prstGeom prst="roundRect">
            <a:avLst>
              <a:gd name="adj" fmla="val 47619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9502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DEFENSE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46177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68880" y="4617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of Computer Engineering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77240" y="49469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468880" y="49469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·  Roll No. [Your Roll Number]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77240" y="5276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468880" y="5276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College Name]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77240" y="56052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468880" y="56052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[Supervisor Name]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77240" y="5934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468880" y="593445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[Academic Year]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Internships are a required part of every technical degree, but the process around them is still handled by hand.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402336" cy="402336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489" y="2565441"/>
            <a:ext cx="209215" cy="2092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24871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Openings circulate on notice boards, messaging groups and email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66928" y="3182112"/>
            <a:ext cx="402336" cy="402336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9" y="3278673"/>
            <a:ext cx="209215" cy="20921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32004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results are communicated informally, with no record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66928" y="3895344"/>
            <a:ext cx="402336" cy="402336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9" y="3991905"/>
            <a:ext cx="209215" cy="20921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39136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a student does each week is rarely documented at all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6949440" y="1371600"/>
            <a:ext cx="4663440" cy="4023360"/>
          </a:xfrm>
          <a:prstGeom prst="roundRect">
            <a:avLst>
              <a:gd name="adj" fmla="val 204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269480" y="1627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centralized portal instead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15200" y="2231136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589520" y="21305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for every opening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315200" y="2798064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589520" y="2697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tracked with a status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315200" y="3364992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589520" y="32644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progress recorded and evaluated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7315200" y="3931920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589520" y="383133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oversight of all accounts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7269480" y="4526280"/>
            <a:ext cx="4023360" cy="658368"/>
          </a:xfrm>
          <a:prstGeom prst="roundRect">
            <a:avLst>
              <a:gd name="adj" fmla="val 13889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269480" y="452628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  ·  One workflow  ·  One database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856598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2860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Scattered information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334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Openings are spread across notice boards, chats and email with no single source.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34840" y="1481328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110" y="1856598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22860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to find opportunities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709160" y="26334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cannot search or filter openings by the skills they actually have.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21040" y="1481328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5953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310" y="1856598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22860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Manual, inefficient handling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595360" y="26334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collect applications informally and lose track of who applied.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694176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39684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10" y="4069446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2960" y="449884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progress record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22960" y="4846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work during the internship is not documented or evaluated anywhere.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434840" y="3694176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709160" y="39684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110" y="4069446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709160" y="449884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institutional control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709160" y="4846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verifies who joins the platform or keeps a record of what was done.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SET OUT TO 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8470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47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8105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centralized, web based internship portal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5544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11112" y="18470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11112" y="1847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87768" y="18105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role based access for students, companies, supervisors and an administrator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32186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81328" y="31821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and manage all information in a relational database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2926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11112" y="32186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87768" y="31821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students search and apply for internships online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5902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5902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81328" y="45537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weekly progress with supervisor feedback and marks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55080" y="42976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11112" y="45902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11112" y="45902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87768" y="45537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practical use of Flask and database technologies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System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8333" y="22238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76656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Student, company,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or admin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2743200"/>
            <a:ext cx="25603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566160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26864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565" y="222382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675888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3675888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pages built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Bootstrap</a:t>
            </a:r>
            <a:endParaRPr lang="en-US" sz="11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2743200"/>
            <a:ext cx="256032" cy="2560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65392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E8F0FE"/>
          </a:solidFill>
          <a:ln w="12700">
            <a:solidFill>
              <a:srgbClr val="2F6FE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7626096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6797" y="2223821"/>
            <a:ext cx="261518" cy="26151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675120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Flask Routes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6675120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role,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logic</a:t>
            </a:r>
            <a:endParaRPr lang="en-US" sz="11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2743200"/>
            <a:ext cx="256032" cy="25603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564624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10625328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6029" y="2223821"/>
            <a:ext cx="261518" cy="26151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674352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 Database</a:t>
            </a:r>
            <a:endParaRPr lang="en-US" sz="1450" dirty="0"/>
          </a:p>
        </p:txBody>
      </p:sp>
      <p:sp>
        <p:nvSpPr>
          <p:cNvPr id="26" name="Text 17"/>
          <p:cNvSpPr/>
          <p:nvPr/>
        </p:nvSpPr>
        <p:spPr>
          <a:xfrm>
            <a:off x="9674352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related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100" dirty="0"/>
          </a:p>
        </p:txBody>
      </p:sp>
      <p:sp>
        <p:nvSpPr>
          <p:cNvPr id="27" name="Text 18"/>
          <p:cNvSpPr/>
          <p:nvPr/>
        </p:nvSpPr>
        <p:spPr>
          <a:xfrm>
            <a:off x="2651760" y="4041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000" dirty="0"/>
          </a:p>
        </p:txBody>
      </p:sp>
      <p:sp>
        <p:nvSpPr>
          <p:cNvPr id="28" name="Text 19"/>
          <p:cNvSpPr/>
          <p:nvPr/>
        </p:nvSpPr>
        <p:spPr>
          <a:xfrm>
            <a:off x="8595360" y="4041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566928" y="4663440"/>
            <a:ext cx="1101852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0" name="Text 21"/>
          <p:cNvSpPr/>
          <p:nvPr/>
        </p:nvSpPr>
        <p:spPr>
          <a:xfrm>
            <a:off x="868680" y="4828032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never touches the database.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goes to a Flask route, which checks the session role, works with the data through SQLAlchemy model objects, and returns a rendered HTML page. Business logic stays on the server.</a:t>
            </a:r>
            <a:endParaRPr lang="en-US" sz="1250" dirty="0"/>
          </a:p>
        </p:txBody>
      </p:sp>
      <p:sp>
        <p:nvSpPr>
          <p:cNvPr id="31" name="Text 22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DEMONSTRATED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Features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622" y="1884030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9888" y="1664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 based accounts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389888" y="19568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Student, company, supervisor and administrator, each with its own pages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6355080" y="1481328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11112" y="1783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2062" y="188403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96328" y="1664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verification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196328" y="19568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accounts stay pending until the admin approves or rejects them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548640" y="2688336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990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622" y="3091038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89888" y="28712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Internship posting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389888" y="31638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post, edit and close openings with skills, duration and stipend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6355080" y="2688336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611112" y="2990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062" y="3091038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96328" y="28712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and apply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196328" y="31638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search by keyword or skill and apply with a cover letter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548640" y="3895344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04672" y="41970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622" y="4298046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89888" y="40782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log book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389888" y="43708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students record work; supervisors add feedback and marks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6355080" y="3895344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11112" y="41970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2062" y="4298046"/>
            <a:ext cx="218724" cy="21872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96328" y="40782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7196328" y="43708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 with unread count for applications, decisions, logs and feedback</a:t>
            </a:r>
            <a:endParaRPr lang="en-US" sz="1080" dirty="0"/>
          </a:p>
        </p:txBody>
      </p:sp>
      <p:sp>
        <p:nvSpPr>
          <p:cNvPr id="34" name="Shape 26"/>
          <p:cNvSpPr/>
          <p:nvPr/>
        </p:nvSpPr>
        <p:spPr>
          <a:xfrm>
            <a:off x="548640" y="5102352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804672" y="540410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622" y="5505054"/>
            <a:ext cx="218724" cy="21872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389888" y="52852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log</a:t>
            </a:r>
            <a:endParaRPr lang="en-US" sz="1350" dirty="0"/>
          </a:p>
        </p:txBody>
      </p:sp>
      <p:sp>
        <p:nvSpPr>
          <p:cNvPr id="38" name="Text 29"/>
          <p:cNvSpPr/>
          <p:nvPr/>
        </p:nvSpPr>
        <p:spPr>
          <a:xfrm>
            <a:off x="1389888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important action recorded with user and time, including failed logins</a:t>
            </a:r>
            <a:endParaRPr lang="en-US" sz="1080" dirty="0"/>
          </a:p>
        </p:txBody>
      </p:sp>
      <p:sp>
        <p:nvSpPr>
          <p:cNvPr id="39" name="Shape 30"/>
          <p:cNvSpPr/>
          <p:nvPr/>
        </p:nvSpPr>
        <p:spPr>
          <a:xfrm>
            <a:off x="6355080" y="5102352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6611112" y="540410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2062" y="5505054"/>
            <a:ext cx="218724" cy="218724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196328" y="52852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Exports and management</a:t>
            </a:r>
            <a:endParaRPr lang="en-US" sz="1350" dirty="0"/>
          </a:p>
        </p:txBody>
      </p:sp>
      <p:sp>
        <p:nvSpPr>
          <p:cNvPr id="43" name="Text 33"/>
          <p:cNvSpPr/>
          <p:nvPr/>
        </p:nvSpPr>
        <p:spPr>
          <a:xfrm>
            <a:off x="7196328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export, searchable user list, college and user administration</a:t>
            </a:r>
            <a:endParaRPr lang="en-US" sz="1080" dirty="0"/>
          </a:p>
        </p:txBody>
      </p:sp>
      <p:sp>
        <p:nvSpPr>
          <p:cNvPr id="44" name="Text 34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45" name="Text 35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8F0FE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459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622" y="1746870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17320" y="186537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 ·  CSS3  ·  Bootstrap 5  ·  Bootstrap Icons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EF3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04672" y="254203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22" y="2642982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Templates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417320" y="276148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— one base layout inherited by every page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273552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8F0FE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343814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622" y="3539094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364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17320" y="36576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 ·  Flask  ·  Werkzeug password hashing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169664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EF3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4672" y="433425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22" y="4435206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4261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access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1417320" y="455371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ORM  ·  PyMySQL driver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5065776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8F0FE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04672" y="523036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622" y="5331318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51572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417320" y="544982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— eleven related tables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732520" y="1481328"/>
            <a:ext cx="2834640" cy="4443984"/>
          </a:xfrm>
          <a:prstGeom prst="roundRect">
            <a:avLst>
              <a:gd name="adj" fmla="val 2903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9006840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4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2313432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400032" y="22677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15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0" y="2880360"/>
            <a:ext cx="219456" cy="21945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400032" y="2834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and GitHub</a:t>
            </a:r>
            <a:endParaRPr lang="en-US" sz="115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2560" y="3447288"/>
            <a:ext cx="219456" cy="219456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9400032" y="340156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— 35 tests</a:t>
            </a:r>
            <a:endParaRPr lang="en-US" sz="115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2560" y="4014216"/>
            <a:ext cx="219456" cy="219456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9400032" y="396849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client</a:t>
            </a:r>
            <a:endParaRPr lang="en-US" sz="1150" dirty="0"/>
          </a:p>
        </p:txBody>
      </p:sp>
      <p:sp>
        <p:nvSpPr>
          <p:cNvPr id="39" name="Shape 28"/>
          <p:cNvSpPr/>
          <p:nvPr/>
        </p:nvSpPr>
        <p:spPr>
          <a:xfrm>
            <a:off x="9006840" y="5029200"/>
            <a:ext cx="2286000" cy="621792"/>
          </a:xfrm>
          <a:prstGeom prst="roundRect">
            <a:avLst>
              <a:gd name="adj" fmla="val 14706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29"/>
          <p:cNvSpPr/>
          <p:nvPr/>
        </p:nvSpPr>
        <p:spPr>
          <a:xfrm>
            <a:off x="9006840" y="502920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fully offline</a:t>
            </a:r>
            <a:endParaRPr lang="en-US" sz="1100" dirty="0"/>
          </a:p>
        </p:txBody>
      </p:sp>
      <p:sp>
        <p:nvSpPr>
          <p:cNvPr id="41" name="Text 3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42" name="Text 3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pic>
        <p:nvPicPr>
          <p:cNvPr id="4" name="Image 0" descr="img/system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1371600"/>
            <a:ext cx="5724144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371600"/>
            <a:ext cx="3154680" cy="4617720"/>
          </a:xfrm>
          <a:prstGeom prst="roundRect">
            <a:avLst>
              <a:gd name="adj" fmla="val 2609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0" y="162763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request flows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686800" y="2121408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098280" y="2066544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submits a form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0" y="2871216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0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098280" y="281635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matches the URL to a function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686800" y="3621024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0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098280" y="356616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checks the session role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86800" y="4370832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0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098280" y="4315968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reads or writes the data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686800" y="5120640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098280" y="506577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Jinja template renders the page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RELATED TABLES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3400" dirty="0"/>
          </a:p>
        </p:txBody>
      </p:sp>
      <p:pic>
        <p:nvPicPr>
          <p:cNvPr id="4" name="Image 0" descr="img/er_diagram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371600"/>
            <a:ext cx="705916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49640" y="1371600"/>
            <a:ext cx="3017520" cy="4572000"/>
          </a:xfrm>
          <a:prstGeom prst="roundRect">
            <a:avLst>
              <a:gd name="adj" fmla="val 272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96528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796528" y="202996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796528" y="226771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login table; students, companies and supervisors extend it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796528" y="28163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796528" y="305409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has a primary key; foreign keys join the tables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796528" y="36027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796528" y="384048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a company removes its internships and applications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796528" y="43891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796528" y="46268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cannot apply twice to the same internship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796528" y="517550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796528" y="54132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repeated data; role details kept in their own tables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ONE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Flask Application Structure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29200" cy="4526280"/>
          </a:xfrm>
          <a:prstGeom prst="roundRect">
            <a:avLst>
              <a:gd name="adj" fmla="val 1818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45720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Internship_Portal/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app.py            URL table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  database tables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database.sql      schema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seed_demo.py      sample data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routes/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auth.py       register, login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main.py       landing, dashboard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student.py    apply, logs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company.py    post, applicants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supervisor.py feedback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└── admin.py      users, verify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templates/        21 HTML pages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static/           CSS, icons, logo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tests/            35 tests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17320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08192" y="172821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9142" y="1829166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693408" y="1600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693408" y="1892808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every URL to one function using add_url_rule — the table of contents of the site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52160" y="2578608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08192" y="288950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142" y="2990454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93408" y="2761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693408" y="3054096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per part of the site; each function checks the role, works with the data, renders a page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0" y="3739896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108192" y="405079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142" y="4151742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93408" y="392277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693408" y="4215384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a Python class with its relationships and cascade rules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0" y="4901184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108192" y="5212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9142" y="5313030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693408" y="50840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templates/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6693408" y="537667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 pages that all extend base.html, so the layout is written once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FROM THE RUNNING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Interface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5" name="Image 0" descr="img/fig01_landing_page_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81912"/>
            <a:ext cx="5202936" cy="1691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33101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345936" y="14630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8" name="Image 1" descr="img/fig08_student_internship_list_t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1581912"/>
            <a:ext cx="5202936" cy="1691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92240" y="33101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list and search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66928" y="3858768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1" name="Image 2" descr="img/fig16_company_applicants_t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77640"/>
            <a:ext cx="5202936" cy="16916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13232" y="57058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 with cover letter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345936" y="3858768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4" name="Image 3" descr="img/fig20_supervisor_log_review_t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977640"/>
            <a:ext cx="5202936" cy="16916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492240" y="57058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log review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I WILL FOLLOW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Demonstration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82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389888" y="16824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portal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89888" y="19933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shows live counts, partner companies and colleges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682496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682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96328" y="16824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a student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96328" y="19933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is selected and an identity document is uploaded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8163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163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389888" y="28163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approves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89888" y="31272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sits in the verification queue until approved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28163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28163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196328" y="28163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posts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96328" y="31272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internship with skills, duration, stipend and vacancies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5020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950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389888" y="39502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 applies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89888" y="42611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skill, then apply with a cover letter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95020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950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7196328" y="39502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selects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96328" y="42611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is notified of the decision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084064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0840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389888" y="5084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log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89888" y="5394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selected student records the work done that week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5084064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50840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7196328" y="5084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 evaluates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96328" y="5394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and marks, visible to the student immediately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PARTS FIT TOGETHER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Highlights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1481328"/>
          </a:xfrm>
          <a:prstGeom prst="roundRect">
            <a:avLst>
              <a:gd name="adj" fmla="val 4938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636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8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— app.py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app.add_url_rule('/apply/&lt;int:internship_id&gt;',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view_func=student.apply,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methods=['POST'])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5486400" cy="1481328"/>
          </a:xfrm>
          <a:prstGeom prst="roundRect">
            <a:avLst>
              <a:gd name="adj" fmla="val 4938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1638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8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models.py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3474720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Application(db.Model):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student_id    = db.Column(..., ForeignKey)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internship_id = db.Column(..., ForeignKey)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       = db.Column(db.String(20))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461772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7640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8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— Jinja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5074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for i in internships %}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&lt;h5&gt;{{ i.title }}&lt;/h5&gt;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endfor %}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63640" y="1417320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10528" y="174650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478" y="1847454"/>
            <a:ext cx="218724" cy="21872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095744" y="16184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Flask routing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095744" y="19110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maps every URL to one function; &lt;int:id&gt; passes the record id as an argument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263640" y="2624328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10528" y="295351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478" y="3054462"/>
            <a:ext cx="218724" cy="21872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95744" y="282549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SQLAlchemy ORM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7095744" y="3118104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= session.add, Read = Model.query, Update = change attribute, Delete = session.delete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263640" y="3831336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510528" y="4160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478" y="4261470"/>
            <a:ext cx="218724" cy="21872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095744" y="40325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Jinja rendering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7095744" y="432511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loop over objects returned by the route; all pages extend one base layout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6263640" y="5038344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510528" y="536752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478" y="5468478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095744" y="52395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1350" dirty="0"/>
          </a:p>
        </p:txBody>
      </p:sp>
      <p:sp>
        <p:nvSpPr>
          <p:cNvPr id="32" name="Text 26"/>
          <p:cNvSpPr/>
          <p:nvPr/>
        </p:nvSpPr>
        <p:spPr>
          <a:xfrm>
            <a:off x="7095744" y="553212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stored as salted hashes; every value bound as a parameter, never pasted into SQL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AUTOMATED TESTS, ALL PASSING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818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71800"/>
                <a:gridCol w="1234440"/>
                <a:gridCol w="868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case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result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registration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created in users and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email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 refused with a message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password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 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Unverified company posts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 until the admin approves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twice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 application 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 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stored and shown to the student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company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internships and applications removed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opens admin page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Redirected away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41080" y="1463040"/>
            <a:ext cx="2944368" cy="4224528"/>
          </a:xfrm>
          <a:prstGeom prst="roundRect">
            <a:avLst>
              <a:gd name="adj" fmla="val 2795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915400" y="17373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8A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8915400" y="2578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915400" y="3108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front of the examiner: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915400" y="3401568"/>
            <a:ext cx="2395728" cy="566928"/>
          </a:xfrm>
          <a:prstGeom prst="roundRect">
            <a:avLst>
              <a:gd name="adj" fmla="val 12903"/>
            </a:avLst>
          </a:prstGeom>
          <a:solidFill>
            <a:srgbClr val="0C1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006840" y="34015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E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-v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2832" y="420624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235440" y="4160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of each route</a:t>
            </a:r>
            <a:endParaRPr lang="en-US" sz="10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832" y="459028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235440" y="4544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across all roles</a:t>
            </a:r>
            <a:endParaRPr lang="en-US" sz="10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2" y="4974336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235440" y="49286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test database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832" y="5358384"/>
            <a:ext cx="182880" cy="1828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235440" y="53126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testing by classmates</a:t>
            </a:r>
            <a:endParaRPr lang="en-US" sz="1050" dirty="0"/>
          </a:p>
        </p:txBody>
      </p:sp>
      <p:sp>
        <p:nvSpPr>
          <p:cNvPr id="19" name="Text 12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COMPLETED SYSTEM ACHIEVES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55848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55848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355848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63056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63056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163056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70264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70264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970264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150" dirty="0"/>
          </a:p>
        </p:txBody>
      </p:sp>
      <p:pic>
        <p:nvPicPr>
          <p:cNvPr id="16" name="Image 0" descr="img/fig21_admin_dashboar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07792"/>
            <a:ext cx="6675120" cy="2788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543800" y="2907792"/>
            <a:ext cx="4041648" cy="2788920"/>
          </a:xfrm>
          <a:prstGeom prst="roundRect">
            <a:avLst>
              <a:gd name="adj" fmla="val 2951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18120" y="31272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Achieved</a:t>
            </a:r>
            <a:endParaRPr lang="en-US" sz="14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552" y="3575304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156448" y="351129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workflow from posting to evaluation</a:t>
            </a:r>
            <a:endParaRPr lang="en-US" sz="11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2" y="4105656"/>
            <a:ext cx="201168" cy="20116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56448" y="40416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Centralized, database backed information</a:t>
            </a:r>
            <a:endParaRPr lang="en-US" sz="11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4636008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156448" y="4572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based access verified by tests</a:t>
            </a:r>
            <a:endParaRPr lang="en-US" sz="11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5166360"/>
            <a:ext cx="201168" cy="20116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156448" y="510235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interface usable without training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DIFFICULT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and Solutions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856598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5910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Connecting Flask to MySQL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17320" y="199339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such as unknown database and unknown column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892040" y="1645920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86400" y="164592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schema in database.sql as the single source, and re-ran it whenever the models changed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615184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926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10" y="302703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276148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the relationships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417320" y="31638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what should be deleted with a parent record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892040" y="2816352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017520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486400" y="2816352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where the data has no meaning alone; SET NULL where records must survive, as with logs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3785616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409651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10" y="4197462"/>
            <a:ext cx="218724" cy="2187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393192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roles separate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1417320" y="433425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could reach pages belonging to other roles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892040" y="3986784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4187952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486400" y="3986784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route checks the session role and record ownership; tests now prove it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548640" y="4956048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822960" y="526694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910" y="5367894"/>
            <a:ext cx="218724" cy="21872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417320" y="510235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Dates missing after ORM move</a:t>
            </a:r>
            <a:endParaRPr lang="en-US" sz="1300" dirty="0"/>
          </a:p>
        </p:txBody>
      </p:sp>
      <p:sp>
        <p:nvSpPr>
          <p:cNvPr id="32" name="Text 23"/>
          <p:cNvSpPr/>
          <p:nvPr/>
        </p:nvSpPr>
        <p:spPr>
          <a:xfrm>
            <a:off x="1417320" y="55046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 were saved as empty and pages crashed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4892040" y="5157216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920" y="5358384"/>
            <a:ext cx="237744" cy="237744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5486400" y="515721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defaults to the model columns as well as the SQL, then re-tested</a:t>
            </a:r>
            <a:endParaRPr lang="en-US" sz="1100" dirty="0"/>
          </a:p>
        </p:txBody>
      </p:sp>
      <p:sp>
        <p:nvSpPr>
          <p:cNvPr id="36" name="Text 26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7" name="Text 27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 OF THIS VERSION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47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948038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08176" y="177393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email or SMS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08176" y="206654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are delivered inside the application only, because no mail server was available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55080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29400" y="1847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0350" y="1948038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14616" y="177393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Limited file handling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214616" y="206654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identity document at registration; no resume upload or log attachments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331012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10" y="3411078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08176" y="323697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CSRF protection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08176" y="35295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carry no anti forgery token; Flask-WTF would provide this before public use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355080" y="301752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629400" y="331012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0350" y="3411078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14616" y="323697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search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214616" y="35295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and skill only; no filtering by duration, stipend or location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448056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22960" y="477316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10" y="4874118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08176" y="470001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server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408176" y="499262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Flask development server; production needs a proper server and HTTPS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355080" y="448056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29400" y="477316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0350" y="4874118"/>
            <a:ext cx="218724" cy="21872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14616" y="470001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institution scale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7214616" y="499262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tested for college scale use, not for thousands of concurrent users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IMPLEMENTED — PLANNED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281160" y="56692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81160" y="5669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975470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404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delivery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7523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notifications the system already generates by email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52544" y="160020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26864" y="1874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814" y="1975470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26864" y="2404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Interview scheduling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26864" y="27523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propose slots and students confirm them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56448" y="160020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30768" y="1874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718" y="1975470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30768" y="2404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 and attachments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430768" y="27523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resume and attach files to weekly logs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374904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22960" y="402336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10" y="4124310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22960" y="4553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Completion certificate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822960" y="49011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automatically at the end of an internship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352544" y="374904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626864" y="402336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814" y="4124310"/>
            <a:ext cx="218724" cy="21872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26864" y="4553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filtering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4626864" y="49011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duration, stipend and location as well as skill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156448" y="374904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430768" y="402336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1718" y="4124310"/>
            <a:ext cx="218724" cy="21872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430768" y="4553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hardening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8430768" y="49011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tokens, HTTPS and a production server before deployment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858000" cy="4206240"/>
          </a:xfrm>
          <a:prstGeom prst="roundRect">
            <a:avLst>
              <a:gd name="adj" fmla="val 195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37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Internship Portal brings students, companies, supervisors and an administrator onto one platform, and records the whole internship life cycle in a single relational database.</a:t>
            </a:r>
            <a:endParaRPr lang="en-US" sz="14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825496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275234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workflow is implemented and tested, from account verification through to supervisor evaluation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53872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346557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normalized tables, accessed through an object relational mapper, with the schema kept under version control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251960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80160" y="417880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based access and record ownership are enforced in every route and proven by automated tests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96519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80160" y="489204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demonstrates practical use of Flask, Jinja templates, Bootstrap and MySQL together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7680960" y="1463040"/>
            <a:ext cx="3904488" cy="4206240"/>
          </a:xfrm>
          <a:prstGeom prst="roundRect">
            <a:avLst>
              <a:gd name="adj" fmla="val 2108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7955280" y="17373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A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Educational value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955280" y="219456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this system required working through database design and normalization, request handling and routing, template inheritance, access control, and automated testing — the same concerns as a real web application, at a scale that could be fully understood and defended.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7955280" y="4343400"/>
            <a:ext cx="1097280" cy="18288"/>
          </a:xfrm>
          <a:prstGeom prst="rect">
            <a:avLst/>
          </a:prstGeom>
          <a:solidFill>
            <a:srgbClr val="2E4C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7955280" y="45262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also leaves clear room for the enhancements listed as future work.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9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-1188720"/>
            <a:ext cx="3840480" cy="384048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005840"/>
            <a:ext cx="1691640" cy="1527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7889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4709160" y="39319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0916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48920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·  Roll No. [Your Roll Number]  ·  [Your College Name]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4400" y="525780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8D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github.com/RamSinghKarki/Internship_Portal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Internship Portal — Final Project Defense</dc:title>
  <dc:subject>PptxGenJS Presentation</dc:subject>
  <dc:creator>Internship Portal</dc:creator>
  <cp:lastModifiedBy>Internship Portal</cp:lastModifiedBy>
  <cp:revision>1</cp:revision>
  <dcterms:created xsi:type="dcterms:W3CDTF">2026-08-01T10:04:59Z</dcterms:created>
  <dcterms:modified xsi:type="dcterms:W3CDTF">2026-08-01T10:04:59Z</dcterms:modified>
</cp:coreProperties>
</file>